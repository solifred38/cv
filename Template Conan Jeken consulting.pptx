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7A2A-2FF0-2E40-8A9B-E5208E8F6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167A9-E0F1-E346-9A44-CB7CDE716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50AE3-BB8F-DF41-B8FF-651EB246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CB9D6-36F5-4242-8C0F-C6F18DB3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0F667-42B4-EA4A-BF8C-6A589DE9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274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E48F-B9BD-B146-998F-5839D40E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E3093-CE8D-4F4C-B6EE-DCE54B504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9A057-2B3A-DD44-A5AE-97F94091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565A1-7EAF-174C-8E09-E141B1780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86AB-2FBE-3743-B03F-0051B123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74008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209C-5990-1B49-8917-094F9E929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78749-D299-D84E-BADD-AA243C4A6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16C4-5F0A-7840-BB7E-B2E552E5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FAD20-17B7-EE4F-ACEA-0185257F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42EAB-6068-2F4E-943F-794B8CD1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2372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EB3B-C53E-AA4C-B7A0-13FDAA95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7F1EB-6563-8D4A-8C21-038AAAF25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7101-3F16-1247-98FA-7505527FE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FA766-9C30-834F-A4EF-9A236DF4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21626-D81C-0B41-B4C8-6E7AB9EB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7179D-6073-BF43-B684-B27BEC0B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6420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CB91-775F-D044-BDE2-0FCBCE7E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4BE6D-21BB-314D-882B-ABA3E8C9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68C4D-1202-B74D-A3F7-9FE7D1733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12C724-48A1-3C4D-A01C-3A7F3A1C0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E3F74-F2C1-0C46-AC45-485A82FDC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8A28F-4B85-674D-8031-AB9B2985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CEF26-66C2-BD40-9358-D3E74E21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F6D21C-1441-8040-B669-F6314020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7494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DFC87-F48D-BC49-9F1D-6AE158BB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87F50-3ACA-7446-AA11-2ACC5A08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6A4FA-DB0F-184C-949B-98169FFE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15ABD-6E2F-B443-BD2A-DBA3357E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173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FBF121-DC11-2642-BE62-78AF1012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6E423-499B-1B41-9E9B-99219A0C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6B0D6-750A-E649-BBD2-C69E8C5B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0944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85610-725B-B540-A137-E9D16AFC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AA86B-9151-0846-8A36-03F6A639E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B5F47-E787-6740-B4D6-518C12ECB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109BB-0F63-014E-B4EB-C277ED11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241E4-7222-764C-85BA-576AD600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288CF-F1C1-7649-A5D2-4272F9FB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8307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F6C3-EF41-ED40-8FDB-23F9E75C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A0D5DE-80D4-274F-AC84-B5B21154D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04EF4-6397-3649-B4A0-D79B8F5D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D3502-17E9-5845-9ECB-056A17D7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5F3D0-CB82-F841-8CDD-2C2F0F83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661E6-A849-0F44-ABFB-ECCE976C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666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89B6-5D9E-4043-9A8F-BECD6E1B0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526EE-F39A-7741-8F9D-95F17311A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1DE46-D753-7E42-9F01-FD21D8C85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157AA-ED43-7F4B-83D6-22429BD7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CA035-91B3-2F41-BDFD-7F1E3E25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55720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C3C00F-BB0B-7449-AA5E-9CDC854E4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C707F-160A-4243-843E-90F3B5173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B0F26-CFA2-FE46-9597-D182E7161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99DDA-D9DE-844D-A314-BC025838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0BE6-602A-B44D-87F9-FB904878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7148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325231-3B40-5C40-B274-CF3046C7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E1FD4-D2A7-9249-9FA3-2B8D1AD8F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A841-6EB9-3B40-8356-74B77F458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0DBA9-D40E-C549-9F7C-850ED2B6AE7B}" type="datetimeFigureOut">
              <a:rPr lang="en-FR" smtClean="0"/>
              <a:t>09/02/2021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D3080-D60E-3E45-B8CF-1342B9671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BF69A-A726-2B46-B995-8A3F93BF4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CAFE-089C-0349-85F0-5FEE4090727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3260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783E-4749-2348-8494-03EEFFDAE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48132-E922-3F4A-9790-CE9C9D69E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436BA-98CD-AC4D-B8FC-92706355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67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DCDCC-1767-9C4E-BEBE-95E51E396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7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5F37F-29A1-344A-AF12-76A7B860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7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20B7E2-ABFB-114C-9434-B978ACAA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0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CDF119-6C14-2A4B-8776-060BABFD8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84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F299D9-CB3C-5E4C-B055-26DC86002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1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6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 JOAO</dc:creator>
  <cp:lastModifiedBy>christian JOAO</cp:lastModifiedBy>
  <cp:revision>1</cp:revision>
  <dcterms:created xsi:type="dcterms:W3CDTF">2021-02-09T15:04:07Z</dcterms:created>
  <dcterms:modified xsi:type="dcterms:W3CDTF">2021-02-09T15:07:06Z</dcterms:modified>
</cp:coreProperties>
</file>